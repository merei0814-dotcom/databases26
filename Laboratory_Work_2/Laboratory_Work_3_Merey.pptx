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Work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KBTU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Work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Operations in PostgreSQL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Mukhametkali Merey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KBTU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Insert 200 records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Inserted generated airport and related database records using SQL INSERT statements.</a:t>
            </a:r>
            <a:endParaRPr lang="en-US" sz="1350" dirty="0"/>
          </a:p>
        </p:txBody>
      </p:sp>
      <p:pic>
        <p:nvPicPr>
          <p:cNvPr id="4" name="Image 0" descr="/mnt/data/Снимок экрана 2026-09-27 1821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Add KazAir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KazAir with airline code KAZ and country Kazakhstan.</a:t>
            </a:r>
            <a:endParaRPr lang="en-US" sz="1350" dirty="0"/>
          </a:p>
        </p:txBody>
      </p:sp>
      <p:pic>
        <p:nvPicPr>
          <p:cNvPr id="4" name="Image 0" descr="/mnt/data/Снимок экрана 2026-09-27 1834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Update KazAir country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the country of KazAir to Turkey.</a:t>
            </a:r>
            <a:endParaRPr lang="en-US" sz="1350" dirty="0"/>
          </a:p>
        </p:txBody>
      </p:sp>
      <p:pic>
        <p:nvPicPr>
          <p:cNvPr id="4" name="Image 0" descr="/mnt/data/Снимок экрана 2026-09-27 1835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Add three airlines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AirEasy, FlyHigh and FlyFly with their countries and codes.</a:t>
            </a:r>
            <a:endParaRPr lang="en-US" sz="1350" dirty="0"/>
          </a:p>
        </p:txBody>
      </p:sp>
      <p:pic>
        <p:nvPicPr>
          <p:cNvPr id="4" name="Image 0" descr="/mnt/data/Снимок экрана 2026-09-27 1836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Delete 2024 flights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flights whose scheduled arrival time was in 2024; the final check shows 0 matching rows.</a:t>
            </a:r>
            <a:endParaRPr lang="en-US" sz="1350" dirty="0"/>
          </a:p>
        </p:txBody>
      </p:sp>
      <p:pic>
        <p:nvPicPr>
          <p:cNvPr id="4" name="Image 0" descr="/mnt/data/332ee21c-1cff-4d95-9d10-527dacb654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— Increase ticket prices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booking ticket prices by 15 percent using UPDATE.</a:t>
            </a:r>
            <a:endParaRPr lang="en-US" sz="1350" dirty="0"/>
          </a:p>
        </p:txBody>
      </p:sp>
      <p:pic>
        <p:nvPicPr>
          <p:cNvPr id="4" name="Image 0" descr="/mnt/data/Снимок экрана 2026-09-28 1246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 — Delete cheap tickets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bookings with ticket prices below 10,000.</a:t>
            </a:r>
            <a:endParaRPr lang="en-US" sz="1350" dirty="0"/>
          </a:p>
        </p:txBody>
      </p:sp>
      <p:pic>
        <p:nvPicPr>
          <p:cNvPr id="4" name="Image 0" descr="/mnt/data/Снимок экрана 2026-09-28 1246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 — Replace NULL airline codes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NULL airline codes with UNK.</a:t>
            </a:r>
            <a:endParaRPr lang="en-US" sz="1350" dirty="0"/>
          </a:p>
        </p:txBody>
      </p:sp>
      <p:pic>
        <p:nvPicPr>
          <p:cNvPr id="4" name="Image 0" descr="/mnt/data/Снимок экрана 2026-09-28 1251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10 — Delete Mlawe and Kepuh airports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airports with NULL state for the cities Mlawe and Kepuh.</a:t>
            </a:r>
            <a:endParaRPr lang="en-US" sz="1350" dirty="0"/>
          </a:p>
        </p:txBody>
      </p:sp>
      <p:pic>
        <p:nvPicPr>
          <p:cNvPr id="4" name="Image 0" descr="/mnt/data/Снимок экрана 2026-09-29 083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11 — Insert baggage check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Inserted a baggage check record and used RETURNING to show its ID and created_at.</a:t>
            </a:r>
            <a:endParaRPr lang="en-US" sz="1350" dirty="0"/>
          </a:p>
        </p:txBody>
      </p:sp>
      <p:pic>
        <p:nvPicPr>
          <p:cNvPr id="4" name="Image 0" descr="/mnt/data/Снимок экрана 2026-09-29 0833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12 — Uppercase airline countries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airline country names to uppercase with UPPER().</a:t>
            </a:r>
            <a:endParaRPr lang="en-US" sz="1350" dirty="0"/>
          </a:p>
        </p:txBody>
      </p:sp>
      <p:pic>
        <p:nvPicPr>
          <p:cNvPr id="4" name="Image 0" descr="/mnt/data/Снимок экрана 2026-09-29 0834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13 — Update airline ID 5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airline ID 5 to Global Airways, United Kingdom, and updated the timestamp.</a:t>
            </a:r>
            <a:endParaRPr lang="en-US" sz="1350" dirty="0"/>
          </a:p>
        </p:txBody>
      </p:sp>
      <p:pic>
        <p:nvPicPr>
          <p:cNvPr id="4" name="Image 0" descr="/mnt/data/Снимок экрана 2026-09-29 0835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14 — Update airport states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state to Capital District for Astana, London and Tokyo.</a:t>
            </a:r>
            <a:endParaRPr lang="en-US" sz="1350" dirty="0"/>
          </a:p>
        </p:txBody>
      </p:sp>
      <p:pic>
        <p:nvPicPr>
          <p:cNvPr id="4" name="Image 0" descr="/mnt/data/Снимок экрана 2026-09-29 0836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15 — Check March 2024 baggage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March 2024 baggage checks from Not checked to Checked.</a:t>
            </a:r>
            <a:endParaRPr lang="en-US" sz="1350" dirty="0"/>
          </a:p>
        </p:txBody>
      </p:sp>
      <p:pic>
        <p:nvPicPr>
          <p:cNvPr id="4" name="Image 0" descr="/mnt/data/Снимок экрана 2026-09-29 0837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1155680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operations used: INSERT, UPDATE, DELETE, SELECT and RETURNING.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148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DataGrip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KBTU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Work 3</dc:title>
  <dc:subject>Laboratory Work 3 - DML Operations</dc:subject>
  <dc:creator>Mukhametkali Merey</dc:creator>
  <cp:lastModifiedBy>Mukhametkali Merey</cp:lastModifiedBy>
  <cp:revision>1</cp:revision>
  <dcterms:created xsi:type="dcterms:W3CDTF">2026-09-29T04:21:47Z</dcterms:created>
  <dcterms:modified xsi:type="dcterms:W3CDTF">2026-09-29T04:21:47Z</dcterms:modified>
</cp:coreProperties>
</file>